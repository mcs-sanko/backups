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1" r:id="rId4"/>
    <p:sldId id="264" r:id="rId5"/>
    <p:sldId id="267" r:id="rId6"/>
    <p:sldId id="265" r:id="rId7"/>
    <p:sldId id="268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Orta Stil 1 - Vurgu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0391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086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56836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132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405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6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9124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452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451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175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444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B716EF1-6ECF-4000-95D5-39C2AD4B18EF}" type="datetimeFigureOut">
              <a:rPr lang="tr-TR" smtClean="0"/>
              <a:t>21.12.2021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4CDB44E-1288-4CD5-86A5-9B11036E9725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660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dirty="0" err="1" smtClean="0">
                <a:latin typeface="Rockwell" panose="02000503040000020003" pitchFamily="18" charset="-94"/>
              </a:rPr>
              <a:t>Entra</a:t>
            </a:r>
            <a:r>
              <a:rPr lang="en-GB" sz="6600" dirty="0" smtClean="0">
                <a:latin typeface="Rockwell" panose="02000503040000020003" pitchFamily="18" charset="-94"/>
              </a:rPr>
              <a:t> Manifest</a:t>
            </a:r>
            <a:endParaRPr lang="tr-TR" sz="6600" dirty="0">
              <a:latin typeface="Rockwell" panose="02000503040000020003" pitchFamily="18" charset="-94"/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114993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1. </a:t>
            </a:r>
            <a:r>
              <a:rPr lang="en-GB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Firüze</a:t>
            </a:r>
            <a:endParaRPr lang="tr-TR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  <p:sp>
        <p:nvSpPr>
          <p:cNvPr id="6" name="İçerik Yer Tutucusu 2"/>
          <p:cNvSpPr txBox="1">
            <a:spLocks/>
          </p:cNvSpPr>
          <p:nvPr/>
        </p:nvSpPr>
        <p:spPr>
          <a:xfrm>
            <a:off x="1371600" y="142875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Sector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Food</a:t>
            </a:r>
            <a:endParaRPr lang="en-GB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Problem: 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Sweet Tooth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Solution: 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Delicious Chocolate </a:t>
            </a:r>
            <a:r>
              <a:rPr lang="en-GB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Kek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Products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Kek,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croissant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Manufacture Method:  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Centralized </a:t>
            </a:r>
            <a:r>
              <a:rPr lang="en-GB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imalathane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Target Market: 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Cost-Performance Seekers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Competitive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Edge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Delicious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+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Affordable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Marketing Strategy: 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Like the 1$ Slice, 5 Lira </a:t>
            </a:r>
            <a:r>
              <a:rPr lang="en-GB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Porsiyon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en-GB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gibi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en-GB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değil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de catchy </a:t>
            </a:r>
            <a:r>
              <a:rPr lang="en-GB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bir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en-GB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şey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Revenue 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Model: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Economies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of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Scale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Mass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Appeal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Scaling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Model: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More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locations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at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convenient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places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Can start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small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and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then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scale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up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Disadvantages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May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take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longer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than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expected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 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R&amp;D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Forecast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3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months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make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connections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Time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Market: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3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months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Partners</a:t>
            </a:r>
            <a:r>
              <a:rPr lang="en-GB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altLang="zh-CN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None</a:t>
            </a:r>
            <a:endParaRPr lang="en-GB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Funding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Self-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sustaining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Needed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Workforce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None</a:t>
            </a: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157325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2. </a:t>
            </a:r>
            <a:r>
              <a:rPr lang="tr-TR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Corvus</a:t>
            </a:r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Software</a:t>
            </a:r>
            <a:endParaRPr lang="tr-TR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  <p:sp>
        <p:nvSpPr>
          <p:cNvPr id="6" name="İçerik Yer Tutucusu 2"/>
          <p:cNvSpPr txBox="1">
            <a:spLocks/>
          </p:cNvSpPr>
          <p:nvPr/>
        </p:nvSpPr>
        <p:spPr>
          <a:xfrm>
            <a:off x="1371600" y="1428750"/>
            <a:ext cx="108204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Sector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Software</a:t>
            </a:r>
            <a:endParaRPr lang="tr-TR" sz="1600" b="1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Problem: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Time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consuming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easy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tasks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Solution: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Quality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of Life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Softwares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Products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Warehouse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management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software,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automated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design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software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Manufacture Method: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Free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time of mine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or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hire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coders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Target Market: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Small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medium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companies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Competitive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Edge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Untapped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market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?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Marketing Strategy: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Direct marketing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establishments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via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demos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+ Word of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mouth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Revenue 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Internet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based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system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be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all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inclusive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?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Scaling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Solve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bigger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problems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get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bigger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bread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 (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Previous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products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won’t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continuous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attention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)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Software has a lot of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added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value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very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small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effort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Disadvantages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We’ll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be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trying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synthesize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an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old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generation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with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new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technology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R&amp;D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Forecast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1-3-6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months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per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piece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Time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Market: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1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month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first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product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Partners</a:t>
            </a:r>
            <a:r>
              <a:rPr lang="en-GB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en-GB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Someone at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marketing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side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maybe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someone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as CTO?</a:t>
            </a: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Funding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None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needed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Needed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Workforce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2-4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people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core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team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99230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3. </a:t>
            </a:r>
            <a:r>
              <a:rPr lang="tr-TR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Dawn</a:t>
            </a:r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Industries</a:t>
            </a:r>
            <a:endParaRPr lang="tr-TR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  <p:sp>
        <p:nvSpPr>
          <p:cNvPr id="6" name="İçerik Yer Tutucusu 2"/>
          <p:cNvSpPr txBox="1">
            <a:spLocks/>
          </p:cNvSpPr>
          <p:nvPr/>
        </p:nvSpPr>
        <p:spPr>
          <a:xfrm>
            <a:off x="1371600" y="1428750"/>
            <a:ext cx="10054206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Sector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Robotics</a:t>
            </a:r>
            <a:endParaRPr lang="tr-TR" sz="1600" b="1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Problem: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Rising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population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and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food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vs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increasing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urbanalization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Solution: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Robotic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integration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existing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tractors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  <a:endParaRPr lang="tr-TR" sz="1600" b="1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Products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Roboticized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tractors</a:t>
            </a:r>
            <a:endParaRPr lang="tr-TR" sz="1600" b="1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Manufacture Method: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Small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office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Target Market: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Land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owners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Tractor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Owners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Competitive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Edge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Founder’s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advantage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Marketing Strategy: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Direct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connection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with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sülaleler + Word of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mouth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Revenue 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People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give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their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tractors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and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become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shareholder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fit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them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people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subscribe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tilling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and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get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a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cut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after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sales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each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year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Give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tractor’s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land’s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cut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, rest is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ours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Scaling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Very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sustainable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business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model,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are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matchmakers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 Start-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Up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Scaling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!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Start-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Up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Potential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!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Disadvantages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High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pre-seed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cost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?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R&amp;D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Forecast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1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year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Time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Market: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2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years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Partners</a:t>
            </a:r>
            <a:r>
              <a:rPr lang="en-GB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en-GB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A CS CTO?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speed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up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development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?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Funding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None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.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Capital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needs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are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relatively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manageable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Needed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Workforce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2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people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70675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4. </a:t>
            </a:r>
            <a:r>
              <a:rPr lang="tr-TR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Inventor</a:t>
            </a:r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(Patent </a:t>
            </a:r>
            <a:r>
              <a:rPr lang="tr-TR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Licensing</a:t>
            </a:r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)</a:t>
            </a:r>
            <a:endParaRPr lang="tr-TR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  <p:sp>
        <p:nvSpPr>
          <p:cNvPr id="6" name="İçerik Yer Tutucusu 2"/>
          <p:cNvSpPr txBox="1">
            <a:spLocks/>
          </p:cNvSpPr>
          <p:nvPr/>
        </p:nvSpPr>
        <p:spPr>
          <a:xfrm>
            <a:off x="1371600" y="142875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Sector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Mechanical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Engineering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Problem: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Anything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at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all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Solution: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Little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bit of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everything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Products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Many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things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Manufacture Method: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None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Target Market: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Manufacturers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Competitive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Edge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Intuition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and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personal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experience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Marketing Strategy: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Direct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contact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Revenue 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Non-Exclusive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Licensing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-&gt;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Royalty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/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One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time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payment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Scaling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Brainstorming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Nearly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free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do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Disadvantages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Slim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none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R&amp;D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Forecast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Inf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Time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Market: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0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Partners</a:t>
            </a:r>
            <a:r>
              <a:rPr lang="en-GB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en-GB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None</a:t>
            </a: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Funding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None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Needed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Workforce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None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142085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5. S3</a:t>
            </a:r>
            <a:endParaRPr lang="tr-TR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  <p:sp>
        <p:nvSpPr>
          <p:cNvPr id="6" name="İçerik Yer Tutucusu 2"/>
          <p:cNvSpPr txBox="1">
            <a:spLocks/>
          </p:cNvSpPr>
          <p:nvPr/>
        </p:nvSpPr>
        <p:spPr>
          <a:xfrm>
            <a:off x="1371600" y="142875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Sector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Defence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Problem: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Too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many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people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are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alive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Solution: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Incapacitate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them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Products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Laser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weapons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on mobile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high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performance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drones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Manufacture Method: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Composite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atelier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Target Market: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Governments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Competitive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Edge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Creativity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Marketing Strategy: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Tenders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Revenue 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Simple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transaction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of </a:t>
            </a:r>
            <a:r>
              <a:rPr lang="tr-TR" sz="1600" dirty="0" err="1">
                <a:solidFill>
                  <a:schemeClr val="tx1"/>
                </a:solidFill>
                <a:latin typeface="Rockwell" panose="02000503040000020003" pitchFamily="18" charset="-94"/>
              </a:rPr>
              <a:t>m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oney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kills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Scaling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More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engineers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,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more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products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Hella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added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value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Disadvantages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Tight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knit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market?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R&amp;D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Forecast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2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years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Time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Market: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2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years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Partners</a:t>
            </a:r>
            <a:r>
              <a:rPr lang="en-GB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en-GB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2 at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least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 2 CS</a:t>
            </a: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Funding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Needed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Needed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Workforce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3-30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people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36150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In</a:t>
            </a:r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the</a:t>
            </a:r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Works</a:t>
            </a:r>
            <a:endParaRPr lang="tr-TR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  <p:sp>
        <p:nvSpPr>
          <p:cNvPr id="6" name="İçerik Yer Tutucusu 2"/>
          <p:cNvSpPr txBox="1">
            <a:spLocks/>
          </p:cNvSpPr>
          <p:nvPr/>
        </p:nvSpPr>
        <p:spPr>
          <a:xfrm>
            <a:off x="1371600" y="142875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Sipahi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Robotics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Youtube </a:t>
            </a:r>
            <a:r>
              <a:rPr lang="tr-TR" sz="1600" smtClean="0">
                <a:solidFill>
                  <a:schemeClr val="tx1"/>
                </a:solidFill>
                <a:latin typeface="Rockwell" panose="02000503040000020003" pitchFamily="18" charset="-94"/>
              </a:rPr>
              <a:t>Automation</a:t>
            </a: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335140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N. XYZ</a:t>
            </a:r>
            <a:endParaRPr lang="tr-TR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  <p:sp>
        <p:nvSpPr>
          <p:cNvPr id="6" name="İçerik Yer Tutucusu 2"/>
          <p:cNvSpPr txBox="1">
            <a:spLocks/>
          </p:cNvSpPr>
          <p:nvPr/>
        </p:nvSpPr>
        <p:spPr>
          <a:xfrm>
            <a:off x="1371600" y="142875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Sector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Problem: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Solution: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Products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Manufacture Method: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Target Market: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Competitive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Edge</a:t>
            </a:r>
            <a:r>
              <a:rPr lang="tr-TR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Marketing Strategy:</a:t>
            </a:r>
            <a:r>
              <a:rPr lang="en-GB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endParaRPr lang="tr-TR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Revenue 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Scaling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Model: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Disadvantages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R&amp;D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Forecast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Time </a:t>
            </a: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to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Market: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endParaRPr lang="en-GB" sz="1600" dirty="0" smtClean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Partners</a:t>
            </a:r>
            <a:r>
              <a:rPr lang="en-GB" sz="1600" b="1" dirty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en-GB" sz="1600" dirty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Funding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b="1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Needed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b="1" dirty="0" err="1">
                <a:solidFill>
                  <a:schemeClr val="tx1"/>
                </a:solidFill>
                <a:latin typeface="Rockwell" panose="02000503040000020003" pitchFamily="18" charset="-94"/>
              </a:rPr>
              <a:t>Workforce</a:t>
            </a:r>
            <a:r>
              <a:rPr lang="tr-TR" sz="1600" b="1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: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17341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End</a:t>
            </a:r>
            <a:r>
              <a:rPr lang="tr-TR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 </a:t>
            </a:r>
            <a:r>
              <a:rPr lang="tr-TR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Remedials</a:t>
            </a:r>
            <a:endParaRPr lang="tr-TR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  <p:sp>
        <p:nvSpPr>
          <p:cNvPr id="6" name="İçerik Yer Tutucusu 2"/>
          <p:cNvSpPr txBox="1">
            <a:spLocks/>
          </p:cNvSpPr>
          <p:nvPr/>
        </p:nvSpPr>
        <p:spPr>
          <a:xfrm>
            <a:off x="1371600" y="142875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UAV Cargo Service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Robotic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Warehouse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for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«Getir»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like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 </a:t>
            </a:r>
            <a:r>
              <a:rPr lang="tr-TR" sz="1600" dirty="0" err="1" smtClean="0">
                <a:solidFill>
                  <a:schemeClr val="tx1"/>
                </a:solidFill>
                <a:latin typeface="Rockwell" panose="02000503040000020003" pitchFamily="18" charset="-94"/>
              </a:rPr>
              <a:t>warehouses</a:t>
            </a:r>
            <a:r>
              <a:rPr lang="tr-TR" sz="1600" dirty="0" smtClean="0">
                <a:solidFill>
                  <a:schemeClr val="tx1"/>
                </a:solidFill>
                <a:latin typeface="Rockwell" panose="02000503040000020003" pitchFamily="18" charset="-94"/>
              </a:rPr>
              <a:t>. Depo-&gt;»Raf»-&gt;Poşet. Stok hemen </a:t>
            </a:r>
            <a:r>
              <a:rPr lang="tr-TR" sz="1600" smtClean="0">
                <a:solidFill>
                  <a:schemeClr val="tx1"/>
                </a:solidFill>
                <a:latin typeface="Rockwell" panose="02000503040000020003" pitchFamily="18" charset="-94"/>
              </a:rPr>
              <a:t>raftan çıkınca düşsün.</a:t>
            </a:r>
            <a:endParaRPr lang="tr-TR" sz="1600" dirty="0">
              <a:solidFill>
                <a:schemeClr val="tx1"/>
              </a:solidFill>
              <a:latin typeface="Rockwell" panose="02000503040000020003" pitchFamily="18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72404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4A2318"/>
      </a:dk2>
      <a:lt2>
        <a:srgbClr val="EDECEB"/>
      </a:lt2>
      <a:accent1>
        <a:srgbClr val="F3C82E"/>
      </a:accent1>
      <a:accent2>
        <a:srgbClr val="A26176"/>
      </a:accent2>
      <a:accent3>
        <a:srgbClr val="74A94E"/>
      </a:accent3>
      <a:accent4>
        <a:srgbClr val="188E8D"/>
      </a:accent4>
      <a:accent5>
        <a:srgbClr val="EE913A"/>
      </a:accent5>
      <a:accent6>
        <a:srgbClr val="DF5D4A"/>
      </a:accent6>
      <a:hlink>
        <a:srgbClr val="188E8D"/>
      </a:hlink>
      <a:folHlink>
        <a:srgbClr val="A26176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kırpılmış</Template>
  <TotalTime>64</TotalTime>
  <Words>714</Words>
  <Application>Microsoft Office PowerPoint</Application>
  <PresentationFormat>Geniş ekran</PresentationFormat>
  <Paragraphs>115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华文楷体</vt:lpstr>
      <vt:lpstr>Franklin Gothic Book</vt:lpstr>
      <vt:lpstr>Rockwell</vt:lpstr>
      <vt:lpstr>Crop</vt:lpstr>
      <vt:lpstr>Entra Manifest</vt:lpstr>
      <vt:lpstr>1. Firüze</vt:lpstr>
      <vt:lpstr>2. Corvus Software</vt:lpstr>
      <vt:lpstr>3. Dawn Industries</vt:lpstr>
      <vt:lpstr>4. Inventor (Patent Licensing)</vt:lpstr>
      <vt:lpstr>5. S3</vt:lpstr>
      <vt:lpstr>In the Works</vt:lpstr>
      <vt:lpstr>N. XYZ</vt:lpstr>
      <vt:lpstr>End. Remedials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User</dc:creator>
  <cp:lastModifiedBy>User</cp:lastModifiedBy>
  <cp:revision>12</cp:revision>
  <dcterms:created xsi:type="dcterms:W3CDTF">2021-12-09T11:06:21Z</dcterms:created>
  <dcterms:modified xsi:type="dcterms:W3CDTF">2021-12-20T22:25:58Z</dcterms:modified>
</cp:coreProperties>
</file>